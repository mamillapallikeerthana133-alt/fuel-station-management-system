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6464" y="793285"/>
            <a:ext cx="731873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/>
              <a:t>Fuel Station Management System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AA4924DA-934B-27A3-66D4-866025FF8BE1}"/>
              </a:ext>
            </a:extLst>
          </p:cNvPr>
          <p:cNvSpPr/>
          <p:nvPr/>
        </p:nvSpPr>
        <p:spPr>
          <a:xfrm>
            <a:off x="457200" y="159941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DBMS PROJECT  — Term 3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FF5736C-DF67-E92F-8333-6ED220F0D737}"/>
              </a:ext>
            </a:extLst>
          </p:cNvPr>
          <p:cNvSpPr/>
          <p:nvPr/>
        </p:nvSpPr>
        <p:spPr>
          <a:xfrm>
            <a:off x="457200" y="202883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Department of Artificial Intelligence and Machine Learning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2A93F3BD-E0C1-0DBF-9CB6-ED8F6EA79783}"/>
              </a:ext>
            </a:extLst>
          </p:cNvPr>
          <p:cNvSpPr/>
          <p:nvPr/>
        </p:nvSpPr>
        <p:spPr>
          <a:xfrm>
            <a:off x="280219" y="249473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Aurora Higher Education and Research Academy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CBBD5F7-2DFD-BFCF-84EA-C7C3EEE99F6F}"/>
              </a:ext>
            </a:extLst>
          </p:cNvPr>
          <p:cNvSpPr/>
          <p:nvPr/>
        </p:nvSpPr>
        <p:spPr>
          <a:xfrm>
            <a:off x="368710" y="306279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Bhongir Campus, Yadadri, Telangana — 2025-26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00810108-C2EB-85D7-855C-31F1FFB7146C}"/>
              </a:ext>
            </a:extLst>
          </p:cNvPr>
          <p:cNvSpPr/>
          <p:nvPr/>
        </p:nvSpPr>
        <p:spPr>
          <a:xfrm>
            <a:off x="457200" y="4112095"/>
            <a:ext cx="8229600" cy="755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 defTabSz="914400">
              <a:defRPr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Koppaku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Siva Charan Sai  |  252U1R6131</a:t>
            </a:r>
            <a:endParaRPr lang="en-US" sz="2000" dirty="0"/>
          </a:p>
          <a:p>
            <a:pPr lvl="0" algn="ctr" defTabSz="914400">
              <a:defRPr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Mamillapalli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Keerthana  |  252U1R6155</a:t>
            </a:r>
            <a:endParaRPr lang="en-US" sz="2000" dirty="0"/>
          </a:p>
          <a:p>
            <a:pPr lvl="0" algn="ctr" defTabSz="914400">
              <a:defRPr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Kothareddy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Vamsidhar Reddy  |  252U1R6134</a:t>
            </a:r>
          </a:p>
          <a:p>
            <a:pPr lvl="0" algn="ctr" defTabSz="914400">
              <a:defRPr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Karthik Basavaraj Chikkamath  |  252U1R6121</a:t>
            </a:r>
            <a:endParaRPr lang="en-US" sz="2000" dirty="0"/>
          </a:p>
          <a:p>
            <a:pPr lvl="0" algn="ctr" defTabSz="914400">
              <a:defRPr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Loka Sai Charan Reddy  |  252U1R6144</a:t>
            </a:r>
            <a:endParaRPr lang="en-US" sz="20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10A08A5-354B-743E-E854-66B14C1EBA87}"/>
              </a:ext>
            </a:extLst>
          </p:cNvPr>
          <p:cNvSpPr/>
          <p:nvPr/>
        </p:nvSpPr>
        <p:spPr>
          <a:xfrm>
            <a:off x="457200" y="590132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/>
              <a:t>Guide: SAFWAN MOLLA </a:t>
            </a:r>
          </a:p>
          <a:p>
            <a:pPr marL="0" indent="0" algn="ctr">
              <a:buNone/>
            </a:pPr>
            <a:r>
              <a:rPr lang="en-US" sz="2000" i="1" dirty="0"/>
              <a:t>Associate Professor, Department of CSE(AIML)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0682B3-6B0B-8B4A-0ACE-E952FFFEA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16" y="1005840"/>
            <a:ext cx="89784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800" dirty="0"/>
              <a:t>• The Fuel Station Management System is a database-driven application developed using SQL </a:t>
            </a:r>
            <a:endParaRPr lang="en-IN" sz="1800" dirty="0"/>
          </a:p>
          <a:p>
            <a:pPr algn="just"/>
            <a:r>
              <a:rPr sz="1800" dirty="0"/>
              <a:t>and DBMS concepts.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The system helps automate major fuel station activities including billing, stock monitoring,</a:t>
            </a:r>
            <a:endParaRPr lang="en-IN" sz="1800" dirty="0"/>
          </a:p>
          <a:p>
            <a:pPr algn="just"/>
            <a:r>
              <a:rPr sz="1800" dirty="0"/>
              <a:t> employee management, and customer handling.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All operational records are stored in a centralized relational database for easy access and</a:t>
            </a:r>
            <a:endParaRPr lang="en-IN" sz="1800" dirty="0"/>
          </a:p>
          <a:p>
            <a:pPr algn="just"/>
            <a:r>
              <a:rPr sz="1800" dirty="0"/>
              <a:t> management.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The project reduces manual paperwork, improves transaction accuracy, and enhances </a:t>
            </a:r>
            <a:endParaRPr lang="en-IN" sz="1800" dirty="0"/>
          </a:p>
          <a:p>
            <a:pPr algn="just"/>
            <a:r>
              <a:rPr sz="1800" dirty="0"/>
              <a:t>operational efficiency.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It also generates useful reports related to fuel sales, revenue, stock availability, and supplier </a:t>
            </a:r>
            <a:endParaRPr lang="en-IN" sz="1800" dirty="0"/>
          </a:p>
          <a:p>
            <a:pPr algn="just"/>
            <a:r>
              <a:rPr sz="1800" dirty="0"/>
              <a:t>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7C2FF-25E6-604F-FE79-7E104EE14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3995"/>
            <a:ext cx="8578118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• To design and develop a centralized fuel station management system.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To automate fuel inventory tracking and billing operations.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To implement DBMS concepts such as primary keys, foreign keys, and relationships.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To improve accuracy in fuel transactions and stock calculations.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To reduce manual work and improve efficiency.</a:t>
            </a:r>
            <a:endParaRPr lang="en-IN" sz="1800" dirty="0"/>
          </a:p>
          <a:p>
            <a:pPr algn="just"/>
            <a:endParaRPr lang="en-IN" sz="1800" dirty="0"/>
          </a:p>
          <a:p>
            <a:pPr algn="just"/>
            <a:r>
              <a:rPr sz="1800" dirty="0"/>
              <a:t>
• To generate sales reports, revenue analysis, and stock reports quickly using SQL queries.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33955-3FFA-4408-D466-9DA29096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Scope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8292"/>
            <a:ext cx="7465955" cy="535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/>
              <a:t>Fuel Inventory Management – Monitor fuel stock levels and availability.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Customer Management – Store customer details and transaction history.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Employee Management – Maintain employee information, salary, and roles.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Supplier Management – Track supplier details and fuel supply records.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Sales and Billing System – Generate accurate bills and sales records.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Reporting System – Produce revenue, stock, and transaction reports.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>
                <a:solidFill>
                  <a:srgbClr val="FFFFFF"/>
                </a:solidFill>
              </a:rPr>
              <a:t>
• Database Management – Maintain all records securely using SQL.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83EFA-B561-97CB-9CD8-984973BE7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 Followed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1359" y="1005840"/>
            <a:ext cx="7944162" cy="535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Step 1: Requirement Analysis – Gathered project requirements and functionalities.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2: System Design – Designed relational tables and ER models.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3: Database Creation – Created tables using SQL commands.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4: Data Insertion – Added sample data into all tables.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5: Query Implementation – Performed CRUD operations and report queries.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6: Testing and Debugging – Tested database functionality and removed errors.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Step 7: Final Report Generation – Generated reports and verified outputs.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F2EA6-B492-E2AA-D737-4C487123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Implementation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966511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/>
              <a:t>Created the database named </a:t>
            </a:r>
            <a:r>
              <a:rPr sz="1800" dirty="0" err="1"/>
              <a:t>FuelStationDB</a:t>
            </a:r>
            <a:r>
              <a:rPr sz="1800" dirty="0"/>
              <a:t>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Designed normalized relational tables for customers, employees, sales, stock, suppliers, and</a:t>
            </a:r>
            <a:endParaRPr lang="en-IN" sz="1800" dirty="0"/>
          </a:p>
          <a:p>
            <a:pPr algn="just"/>
            <a:r>
              <a:rPr sz="1800" dirty="0"/>
              <a:t> billing.</a:t>
            </a:r>
            <a:endParaRPr lang="en-IN" sz="1800" dirty="0"/>
          </a:p>
          <a:p>
            <a:pPr algn="just"/>
            <a:r>
              <a:rPr sz="1800" dirty="0"/>
              <a:t>
• Implemented primary keys and foreign key constraints.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Inserted sample records for testing and validation.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Executed SQL queries for transaction processing and report generation.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Tested stock updates after sales transactions.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Verified billing calculations and revenue reports.</a:t>
            </a:r>
            <a:endParaRPr lang="en-IN" sz="1800" dirty="0"/>
          </a:p>
          <a:p>
            <a:pPr algn="just"/>
            <a:endParaRPr lang="en-IN" dirty="0">
              <a:solidFill>
                <a:srgbClr val="FFFFFF"/>
              </a:solidFill>
            </a:endParaRPr>
          </a:p>
          <a:p>
            <a:pPr algn="just"/>
            <a:r>
              <a:rPr sz="1800" dirty="0">
                <a:solidFill>
                  <a:srgbClr val="FFFFFF"/>
                </a:solidFill>
              </a:rPr>
              <a:t>
• Generated outputs and analyzed system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5402E-1107-CF7B-24B6-0753FF148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743" y="811530"/>
            <a:ext cx="5039072" cy="59093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Customers – Stores customer details.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Employees – Stores employee records and salaries.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Fuel – Contains fuel types, rates, and quantities</a:t>
            </a:r>
            <a:r>
              <a:rPr lang="en-IN" sz="1800" dirty="0"/>
              <a:t>.</a:t>
            </a:r>
          </a:p>
          <a:p>
            <a:endParaRPr lang="en-IN" dirty="0"/>
          </a:p>
          <a:p>
            <a:r>
              <a:rPr sz="1800" dirty="0"/>
              <a:t>
Suppliers – Maintains supplier details.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Sales – Records fuel sales transactions.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Payments – Stores payment information.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Vehicles – Tracks customer vehicle details.</a:t>
            </a:r>
            <a:endParaRPr lang="en-IN" sz="1800" dirty="0"/>
          </a:p>
          <a:p>
            <a:r>
              <a:rPr sz="1800" dirty="0"/>
              <a:t>
Stock – Monitors fuel stock availability and updates.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E3ECB-9173-8A74-D4DB-09546C86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Sample Data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864" y="868680"/>
            <a:ext cx="5410520" cy="59093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• Customer names, addresses, and contact numbers.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Employee roles, salaries, and work shifts.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Fuel types such as Petrol, Diesel, and CNG with prices.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Supplier names and delivery information.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Daily sales and billing records.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Vehicle registration details.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Payment transaction methods and amounts.</a:t>
            </a:r>
            <a:endParaRPr lang="en-IN" sz="1800" dirty="0"/>
          </a:p>
          <a:p>
            <a:pPr algn="just"/>
            <a:r>
              <a:rPr sz="1800" dirty="0"/>
              <a:t>
• Current fuel stock and refill records.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6F946-A66F-5207-779A-B522A53CA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899" y="868680"/>
            <a:ext cx="7145610" cy="535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✅ Successfully automated fuel station operations.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Improved inventory management and stock monitoring.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Generated accurate billing and sales reports.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Reduced manual errors and paperwork.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Improved data storage and retrieval efficiency.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Demonstrated real-time implementation of DBMS concepts using SQL.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✅ Increased operational speed and report accuracy.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58961-C0A2-D3E1-5934-4829C8BC0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Applications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4936480" cy="535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• Petrol Bunks and Fuel Stations.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Fuel Inventory and Stock Monitoring Systems.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Automated Billing and Transaction Management.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Customer and Employee Record Maintenance.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Revenue and Sales Analysis.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Commercial Fuel Distribution Management.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Multi-branch Fuel Station Monitoring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07F9A-D461-D1CC-BDAE-D4F42CA2E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98172" cy="59093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800" dirty="0"/>
              <a:t>• Development of a GUI-based desktop application.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Web and Mobile application integration.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Online payment gateway support.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Cloud-based database storage and backup.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IoT-based real-time fuel level monitoring.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AI-based fuel demand prediction and analytics.</a:t>
            </a:r>
            <a:endParaRPr lang="en-IN" sz="1800" dirty="0"/>
          </a:p>
          <a:p>
            <a:pPr algn="just"/>
            <a:endParaRPr lang="en-IN" dirty="0"/>
          </a:p>
          <a:p>
            <a:pPr algn="just"/>
            <a:r>
              <a:rPr sz="1800" dirty="0"/>
              <a:t>
• Multi-branch fuel station management.</a:t>
            </a:r>
            <a:endParaRPr lang="en-IN" sz="1800" dirty="0"/>
          </a:p>
          <a:p>
            <a:pPr algn="just"/>
            <a:r>
              <a:rPr sz="1800" dirty="0"/>
              <a:t>
• Advanced dashboard for visual analytics and reporting.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FFE8F-F665-EABD-58B8-CECF8BFF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9100312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• The Fuel Station Management System successfully demonstrates practical implementation of </a:t>
            </a:r>
            <a:endParaRPr lang="en-IN" sz="1800" dirty="0"/>
          </a:p>
          <a:p>
            <a:r>
              <a:rPr sz="1800" dirty="0"/>
              <a:t>DBMS and SQL concepts.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• The system improves operational efficiency, inventory tracking, billing accuracy, and data </a:t>
            </a:r>
            <a:endParaRPr lang="en-IN" sz="1800" dirty="0"/>
          </a:p>
          <a:p>
            <a:r>
              <a:rPr sz="1800" dirty="0"/>
              <a:t>management.</a:t>
            </a:r>
            <a:endParaRPr lang="en-IN" sz="1800" dirty="0"/>
          </a:p>
          <a:p>
            <a:endParaRPr lang="en-IN" dirty="0"/>
          </a:p>
          <a:p>
            <a:r>
              <a:rPr sz="1800" dirty="0"/>
              <a:t>
• Centralized data storage helps in quick report generation and decision-making.</a:t>
            </a:r>
            <a:endParaRPr lang="en-IN" sz="1800" dirty="0"/>
          </a:p>
          <a:p>
            <a:endParaRPr lang="en-IN" dirty="0"/>
          </a:p>
          <a:p>
            <a:pPr algn="just"/>
            <a:r>
              <a:rPr sz="1800" dirty="0"/>
              <a:t>
• The project provides a reliable and scalable solution for modern fuel stations.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4F1E6-4FC2-FF6D-EC86-6085D3173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721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000A5-CB2C-94BB-E187-A74F12EC43D9}"/>
              </a:ext>
            </a:extLst>
          </p:cNvPr>
          <p:cNvSpPr txBox="1"/>
          <p:nvPr/>
        </p:nvSpPr>
        <p:spPr>
          <a:xfrm>
            <a:off x="2372034" y="2213848"/>
            <a:ext cx="4626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/>
              <a:t>We sincerely thank our guide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BA33D-D7EC-3655-015C-4B1CCBC902AC}"/>
              </a:ext>
            </a:extLst>
          </p:cNvPr>
          <p:cNvSpPr txBox="1"/>
          <p:nvPr/>
        </p:nvSpPr>
        <p:spPr>
          <a:xfrm>
            <a:off x="1735395" y="3080824"/>
            <a:ext cx="5899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/>
              <a:t>Associate Professor, Department of CSE(AIML)</a:t>
            </a:r>
          </a:p>
          <a:p>
            <a:pPr marL="0" indent="0" algn="ctr">
              <a:buNone/>
            </a:pPr>
            <a:r>
              <a:rPr lang="en-US" sz="1800" dirty="0"/>
              <a:t>Aurora Higher Education and Research Academy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D8BEF3D-21D1-9AAE-EE00-1A2D045DAED5}"/>
              </a:ext>
            </a:extLst>
          </p:cNvPr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/>
              <a:t>Thank You</a:t>
            </a:r>
            <a:endParaRPr lang="en-US" sz="48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F776B41-547E-9200-4D07-CE230856A358}"/>
              </a:ext>
            </a:extLst>
          </p:cNvPr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64578F6-7309-8089-0AAC-045841993673}"/>
              </a:ext>
            </a:extLst>
          </p:cNvPr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/>
              <a:t>SAFWAN MOLLA</a:t>
            </a:r>
            <a:endParaRPr lang="en-US" sz="22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0E5C4CA-07E2-BEB8-7BF6-D7CF2533768C}"/>
              </a:ext>
            </a:extLst>
          </p:cNvPr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912A767-BEAD-FE85-7503-528AD54A5BAA}"/>
              </a:ext>
            </a:extLst>
          </p:cNvPr>
          <p:cNvSpPr/>
          <p:nvPr/>
        </p:nvSpPr>
        <p:spPr>
          <a:xfrm>
            <a:off x="337625" y="37771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/>
              <a:t>for the constant guidance and support throughout this project</a:t>
            </a:r>
            <a:r>
              <a:rPr lang="en-US" sz="1400" i="1" dirty="0"/>
              <a:t>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883CBC-9A80-E018-6002-BCD94BDD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94" y="0"/>
            <a:ext cx="1012722" cy="731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967</Words>
  <Application>Microsoft Office PowerPoint</Application>
  <PresentationFormat>On-screen Show (4:3)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B Chikkamath</dc:creator>
  <cp:keywords/>
  <dc:description>generated using python-pptx</dc:description>
  <cp:lastModifiedBy>Karthik Basavaraj Chikkamath</cp:lastModifiedBy>
  <cp:revision>3</cp:revision>
  <dcterms:created xsi:type="dcterms:W3CDTF">2013-01-27T09:14:16Z</dcterms:created>
  <dcterms:modified xsi:type="dcterms:W3CDTF">2026-05-19T02:48:32Z</dcterms:modified>
  <cp:category/>
</cp:coreProperties>
</file>